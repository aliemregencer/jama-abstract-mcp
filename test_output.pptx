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00000"/>
                </a:solidFill>
              </a:defRPr>
            </a:pPr>
            <a:r>
              <a:t>Structured vs Self-Guided Multidomain Lifestyle Interventions for Global Cognitive Function:The US POINTER Randomized Clinical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008B"/>
                </a:solidFill>
              </a:defRPr>
            </a:pPr>
            <a:r>
              <a:t>POPULATION</a:t>
            </a:r>
          </a:p>
          <a:p/>
          <a:p>
            <a:r>
              <a:t>Population bilgisi bulunamadı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64592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008B"/>
                </a:solidFill>
              </a:defRPr>
            </a:pPr>
            <a:r>
              <a:t>INTERVENTION</a:t>
            </a:r>
          </a:p>
          <a:p/>
          <a:p>
            <a:r>
              <a:t>Intervention: Multidomain Lifestyle Interventions for Global Cognitive Function: The US POINTER Randomized Clinical Trial</a:t>
            </a:r>
          </a:p>
          <a:p/>
          <a:p/>
          <a:p>
            <a:r>
              <a:t>Laura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645920"/>
            <a:ext cx="3200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008B"/>
                </a:solidFill>
              </a:defRPr>
            </a:pPr>
            <a:r>
              <a:t>FINDINGS</a:t>
            </a:r>
          </a:p>
          <a:p/>
          <a:p>
            <a:r>
              <a:t>Findings: Discussion</a:t>
            </a:r>
          </a:p>
          <a:p>
            <a:r>
              <a:t>Conclusions</a:t>
            </a:r>
          </a:p>
          <a:p>
            <a:r>
              <a:t>Article Information</a:t>
            </a:r>
          </a:p>
          <a:p>
            <a:r>
              <a:t>References</a:t>
            </a:r>
          </a:p>
          <a:p/>
          <a:p/>
          <a:p/>
          <a:p/>
          <a:p/>
          <a:p/>
          <a:p>
            <a:r>
              <a:t>PDF</a:t>
            </a:r>
          </a:p>
          <a:p/>
          <a:p/>
          <a:p/>
          <a:p/>
          <a:p/>
          <a:p/>
          <a:p>
            <a:r>
              <a:t>Share</a:t>
            </a:r>
          </a:p>
          <a:p/>
          <a:p/>
          <a:p/>
          <a:p/>
          <a:p>
            <a:r>
              <a:t>Close</a:t>
            </a:r>
          </a:p>
          <a:p/>
          <a:p/>
          <a:p/>
          <a:p>
            <a:r>
              <a:t>LinkedIn</a:t>
            </a:r>
          </a:p>
          <a:p>
            <a:r>
              <a:t>                    </a:t>
            </a:r>
          </a:p>
          <a:p/>
          <a:p>
            <a:r>
              <a:t>X</a:t>
            </a:r>
          </a:p>
          <a:p>
            <a:r>
              <a:t>                    </a:t>
            </a:r>
          </a:p>
          <a:p/>
          <a:p>
            <a:r>
              <a:t>WhatsApp</a:t>
            </a:r>
          </a:p>
          <a:p>
            <a:r>
              <a:t>                    </a:t>
            </a:r>
          </a:p>
          <a:p/>
          <a:p>
            <a:r>
              <a:t>Facebook</a:t>
            </a:r>
          </a:p>
          <a:p>
            <a:r>
              <a:t>                    </a:t>
            </a:r>
          </a:p>
          <a:p/>
          <a:p>
            <a:r>
              <a:t>Threads</a:t>
            </a:r>
          </a:p>
          <a:p>
            <a:r>
              <a:t>                    </a:t>
            </a:r>
          </a:p>
          <a:p/>
          <a:p>
            <a:r>
              <a:t>Bluesky</a:t>
            </a:r>
          </a:p>
          <a:p>
            <a:r>
              <a:t>                    </a:t>
            </a:r>
          </a:p>
          <a:p/>
          <a:p>
            <a:r>
              <a:t>WeChat</a:t>
            </a:r>
          </a:p>
          <a:p>
            <a:r>
              <a:t>                    </a:t>
            </a:r>
          </a:p>
          <a:p>
            <a:r>
              <a:t>Copy URL</a:t>
            </a:r>
          </a:p>
          <a:p/>
          <a:p>
            <a:r>
              <a:t>Email</a:t>
            </a:r>
          </a:p>
          <a:p>
            <a:r>
              <a:t>                    </a:t>
            </a:r>
          </a:p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/>
          <a:p>
            <a:r>
              <a:t>Original Investigation </a:t>
            </a:r>
          </a:p>
          <a:p/>
          <a:p/>
          <a:p>
            <a:r>
              <a:t>Structured vs Self-Guided Multidomain Lifestyle Interventions for Global Cognitive Function: The US POINTER Randomized Clinical Trial</a:t>
            </a:r>
          </a:p>
          <a:p/>
          <a:p/>
          <a:p>
            <a:r>
              <a:t>Laura 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008B"/>
                </a:solidFill>
              </a:defRPr>
            </a:pPr>
            <a:r>
              <a:t>SETTINGS</a:t>
            </a:r>
          </a:p>
          <a:p/>
          <a:p>
            <a:r>
              <a:t>Settings: POINTER Randomized Clinical Trial</a:t>
            </a:r>
          </a:p>
          <a:p/>
          <a:p/>
          <a:p>
            <a:r>
              <a:t>Laura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5669280"/>
            <a:ext cx="3200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00008B"/>
                </a:solidFill>
              </a:defRPr>
            </a:pPr>
            <a:r>
              <a:t>PRIMARY OUTCOME</a:t>
            </a:r>
          </a:p>
          <a:p/>
          <a:p>
            <a:r>
              <a:t>Primary Outcome: Function: The US POINTER Randomized Clinical Trial</a:t>
            </a:r>
          </a:p>
          <a:p/>
          <a:p/>
          <a:p>
            <a:r>
              <a:t>Laura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